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 INTERNAL  |  ARCHITECTURE REVIEW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Enterprise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29184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Authorization &amp;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5204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Permit.io Integration Strategy for B2B Commerce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309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0"/>
            <a:ext cx="834847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20116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Authorization &amp; Data Filtering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Assessment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0624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Commerce Platform  |  Permit.io Integration Strategy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4343400"/>
            <a:ext cx="365760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2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54864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decision: What role should Permit.io play?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Permit.io act only as an authorization engine, or should it also act as a retrieval layer for business attributes (e.g., Account-to-Sales Org mappings) used for downstream data filtering?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3566160" cy="2011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Only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4023360"/>
            <a:ext cx="3566160" cy="228600"/>
          </a:xfrm>
          <a:prstGeom prst="rect">
            <a:avLst/>
          </a:prstGeom>
          <a:solidFill>
            <a:srgbClr val="AA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0233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RECOMMENDED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06240" y="2011680"/>
            <a:ext cx="3566160" cy="20116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0" y="2377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+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0624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Complexity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46720" y="2011680"/>
            <a:ext cx="3566160" cy="201168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0" y="2377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Ground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434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754880"/>
            <a:ext cx="45720" cy="2011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7548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/ MDM remains the authoritative source for all business data (accounts, sales orgs, entitlements)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5102352"/>
            <a:ext cx="45720" cy="2011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10235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Permit.io focuses exclusively on authorization decisions: roles, permissions, and policies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5449824"/>
            <a:ext cx="45720" cy="2011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4498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authorization from business data minimizes duplication, synchronization risk, and operational overhead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2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54864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Commerce – Multi-account, multi-Sales Org environment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560320" cy="34747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560320" cy="320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Buyer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219456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Accounts: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Siemens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788920"/>
            <a:ext cx="45720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560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66160" y="1005840"/>
            <a:ext cx="27432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1005840"/>
            <a:ext cx="274320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10058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6616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749040" y="1920240"/>
            <a:ext cx="2377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Org: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566160" y="3017520"/>
            <a:ext cx="27432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017520"/>
            <a:ext cx="274320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0175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6616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749040" y="3931920"/>
            <a:ext cx="2377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Org: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4023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46520" y="2788920"/>
            <a:ext cx="45720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560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49440" y="1005840"/>
            <a:ext cx="457200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1005840"/>
            <a:ext cx="4572000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10058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 DRIVES CONTEXT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86600" y="1463040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1463040"/>
            <a:ext cx="73152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7269480" y="1481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Visibility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69480" y="1737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Sales Org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086600" y="2029968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86600" y="2029968"/>
            <a:ext cx="73152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7269480" y="2048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042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Account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086600" y="2596896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86600" y="2596896"/>
            <a:ext cx="73152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7269480" y="26151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69480" y="28712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Account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086600" y="3163824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86600" y="3163824"/>
            <a:ext cx="73152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7269480" y="3182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34381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Account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086600" y="3730752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86600" y="3730752"/>
            <a:ext cx="73152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7269480" y="3749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Access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269480" y="40050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Account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4709160"/>
            <a:ext cx="11155680" cy="457200"/>
          </a:xfrm>
          <a:prstGeom prst="rect">
            <a:avLst/>
          </a:prstGeom>
          <a:solidFill>
            <a:srgbClr val="F5E6E6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Ryan's selected account becomes the active business context for ALL downstream API calls and data filtering.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2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54864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requirement and the architectural question it raises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Requirement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530352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98448"/>
            <a:ext cx="530352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984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PRODUCT API IS CALLED: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51206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642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Call Permit.io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93976"/>
            <a:ext cx="5120640" cy="365760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9397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Retrieve filtering attributes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51206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237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Obtain Sales Org information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53512"/>
            <a:ext cx="5120640" cy="365760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53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Pass Sales Org into Product 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51206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Return only authorized products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206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Flow: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526280"/>
            <a:ext cx="86868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2628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88720" y="4526280"/>
            <a:ext cx="155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89888" y="4526280"/>
            <a:ext cx="86868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89888" y="452628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Permit.io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12848" y="4526280"/>
            <a:ext cx="155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414016" y="4526280"/>
            <a:ext cx="86868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14016" y="452628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36976" y="4526280"/>
            <a:ext cx="155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438144" y="4526280"/>
            <a:ext cx="868680" cy="5943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452628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API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261104" y="4526280"/>
            <a:ext cx="155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462272" y="4526280"/>
            <a:ext cx="86868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452628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1298448"/>
            <a:ext cx="5486400" cy="39319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1298448"/>
            <a:ext cx="91440" cy="3931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1417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QUESTION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17830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Permit.io be used as the retrieval layer for business attributes like Sales Org?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72200" y="2633472"/>
            <a:ext cx="50292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2743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question touches on: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3090672"/>
            <a:ext cx="54864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3108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 boundaries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3493008"/>
            <a:ext cx="54864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35112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vs. business data responsibilities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3895344"/>
            <a:ext cx="54864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39136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at enterprise scale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72200" y="4297680"/>
            <a:ext cx="54864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43159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and operational overhead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72200" y="4700016"/>
            <a:ext cx="54864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47183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maintainability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2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54864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Role of Permit.io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authorization platforms are designed to do — and what they are not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539496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PERMIT.IO 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52728"/>
            <a:ext cx="539496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98448"/>
            <a:ext cx="53035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98448"/>
            <a:ext cx="73152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298448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34416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57276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530352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920240"/>
            <a:ext cx="73152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1920240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1965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19456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Attribute-Based Access Control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42032"/>
            <a:ext cx="53035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542032"/>
            <a:ext cx="73152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542032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258775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81635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manage authorization policies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163824"/>
            <a:ext cx="530352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163824"/>
            <a:ext cx="73152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163824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320954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Evaluation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43814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user permissions at runtime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785616"/>
            <a:ext cx="53035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785616"/>
            <a:ext cx="73152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3785616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383133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Decisions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405993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ALLOW or DENY decisions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407408"/>
            <a:ext cx="530352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407408"/>
            <a:ext cx="73152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" y="4407408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" y="445312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Support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46817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permission management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960120"/>
            <a:ext cx="5394960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9601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PERMIT.IO IS NOT DESIGNED TO BE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26480" y="1252728"/>
            <a:ext cx="539496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1298448"/>
            <a:ext cx="53035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1298448"/>
            <a:ext cx="73152" cy="5669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281928" y="1298448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65392" y="134416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/ MDM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65392" y="157276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SAP are authoritative sources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1920240"/>
            <a:ext cx="530352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72200" y="1920240"/>
            <a:ext cx="73152" cy="5669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6281928" y="1920240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65392" y="1965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65392" y="219456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transactions &amp; hierarchies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72200" y="2542032"/>
            <a:ext cx="53035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72200" y="2542032"/>
            <a:ext cx="73152" cy="5669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281928" y="2542032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565392" y="258775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Repository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565392" y="281635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and entitlements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72200" y="3163824"/>
            <a:ext cx="530352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72200" y="3163824"/>
            <a:ext cx="73152" cy="5669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6281928" y="3163824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65392" y="320954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Repository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65392" y="343814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pricing, tier pricing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72200" y="3785616"/>
            <a:ext cx="53035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72200" y="3785616"/>
            <a:ext cx="73152" cy="5669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64" name="Text 62"/>
          <p:cNvSpPr/>
          <p:nvPr/>
        </p:nvSpPr>
        <p:spPr>
          <a:xfrm>
            <a:off x="6281928" y="3785616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565392" y="383133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Hierarchy Store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565392" y="405993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relationships &amp; org structures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172200" y="4407408"/>
            <a:ext cx="530352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72200" y="4407408"/>
            <a:ext cx="73152" cy="5669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69" name="Text 67"/>
          <p:cNvSpPr/>
          <p:nvPr/>
        </p:nvSpPr>
        <p:spPr>
          <a:xfrm>
            <a:off x="6281928" y="4407408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565392" y="445312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System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565392" y="46817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Account-to-Sales Org mappings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0040" y="5650992"/>
            <a:ext cx="1120140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" y="5650992"/>
            <a:ext cx="91440" cy="5943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4" name="Text 72"/>
          <p:cNvSpPr/>
          <p:nvPr/>
        </p:nvSpPr>
        <p:spPr>
          <a:xfrm>
            <a:off x="502920" y="56509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 Authorization systems should authorize.  Master data systems should own business data.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2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54864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– Permit as Authorization Engine Only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approach: Clear separation of concerns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5212080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PERMIT.IO STORES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52728"/>
            <a:ext cx="521208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98448"/>
            <a:ext cx="51206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98448"/>
            <a:ext cx="73152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34416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 (Buyer, Admin, Sales Rep)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512064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47088"/>
            <a:ext cx="73152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8928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 (view products, create orders)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51206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95728"/>
            <a:ext cx="73152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4414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 (Buyers can view products)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944368"/>
            <a:ext cx="512064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44368"/>
            <a:ext cx="73152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9900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Rules  (RBAC / ABAC)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840480"/>
            <a:ext cx="521208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840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5212080" cy="16916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0624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Ryan   →   Role = Buyer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View 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Create Orders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View Pricing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960120"/>
            <a:ext cx="548640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9601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/ MDM STORES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1252728"/>
            <a:ext cx="54864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1298448"/>
            <a:ext cx="5394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1298448"/>
            <a:ext cx="73152" cy="40233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0" name="Text 28"/>
          <p:cNvSpPr/>
          <p:nvPr/>
        </p:nvSpPr>
        <p:spPr>
          <a:xfrm>
            <a:off x="6236208" y="133502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User-Account Relationships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1755648"/>
            <a:ext cx="5394960" cy="402336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1755648"/>
            <a:ext cx="73152" cy="40233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Text 31"/>
          <p:cNvSpPr/>
          <p:nvPr/>
        </p:nvSpPr>
        <p:spPr>
          <a:xfrm>
            <a:off x="6236208" y="179222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Accounts &amp; Hierarchies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2212848"/>
            <a:ext cx="5394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2212848"/>
            <a:ext cx="73152" cy="40233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6" name="Text 34"/>
          <p:cNvSpPr/>
          <p:nvPr/>
        </p:nvSpPr>
        <p:spPr>
          <a:xfrm>
            <a:off x="6236208" y="224942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Organizations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80760" y="2670048"/>
            <a:ext cx="5394960" cy="402336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2670048"/>
            <a:ext cx="73152" cy="40233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9" name="Text 37"/>
          <p:cNvSpPr/>
          <p:nvPr/>
        </p:nvSpPr>
        <p:spPr>
          <a:xfrm>
            <a:off x="6236208" y="270662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Entitlements &amp; Pricing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80760" y="3127248"/>
            <a:ext cx="5394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0760" y="3127248"/>
            <a:ext cx="73152" cy="40233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2" name="Text 40"/>
          <p:cNvSpPr/>
          <p:nvPr/>
        </p:nvSpPr>
        <p:spPr>
          <a:xfrm>
            <a:off x="6236208" y="316382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Divisions, Regions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35040" y="3840480"/>
            <a:ext cx="54864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4" name="Text 42"/>
          <p:cNvSpPr/>
          <p:nvPr/>
        </p:nvSpPr>
        <p:spPr>
          <a:xfrm>
            <a:off x="603504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35040" y="4114800"/>
            <a:ext cx="5486400" cy="16916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420624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Ryan  →  Tesla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Ryan  →  Siemens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Tesla   →  Sales Org 1000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Siemens →  Sales Org 2000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5897880"/>
            <a:ext cx="11201400" cy="502920"/>
          </a:xfrm>
          <a:prstGeom prst="rect">
            <a:avLst/>
          </a:prstGeom>
          <a:solidFill>
            <a:srgbClr val="F5E6E6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5897880"/>
            <a:ext cx="91440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5897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 Permit never returns the Sales Org.  Permit returns only ALLOW or DENY.  The Sales Org comes from the authoritative business system.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2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54864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Flow – Option 1 (Recommended)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selects Tesla → only Tesla products returned via Sales Org 1000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1005840"/>
            <a:ext cx="18288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005840"/>
            <a:ext cx="1792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70048" y="1005840"/>
            <a:ext cx="5303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0048" y="1005840"/>
            <a:ext cx="64008" cy="80467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051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selects Tesla account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88920" y="14630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AccountId = TESLA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28432" y="1133856"/>
            <a:ext cx="3474720" cy="548640"/>
          </a:xfrm>
          <a:prstGeom prst="rect">
            <a:avLst>
              <a:gd name="adj" fmla="val 8333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1133856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AccountId = TESLA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911096"/>
            <a:ext cx="502920" cy="80467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1109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1911096"/>
            <a:ext cx="18288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1911096"/>
            <a:ext cx="1792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Backend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70048" y="1911096"/>
            <a:ext cx="5303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70048" y="1911096"/>
            <a:ext cx="64008" cy="80467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2" name="Text 20"/>
          <p:cNvSpPr/>
          <p:nvPr/>
        </p:nvSpPr>
        <p:spPr>
          <a:xfrm>
            <a:off x="2788920" y="195681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includes AccountId = TESLA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88920" y="236829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 / Body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28432" y="2039112"/>
            <a:ext cx="3474720" cy="548640"/>
          </a:xfrm>
          <a:prstGeom prst="rect">
            <a:avLst>
              <a:gd name="adj" fmla="val 8333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2039112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 / Body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816352"/>
            <a:ext cx="502920" cy="804672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16352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" y="2816352"/>
            <a:ext cx="18288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2816352"/>
            <a:ext cx="1792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→ Oracle/MDM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70048" y="2816352"/>
            <a:ext cx="5303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70048" y="2816352"/>
            <a:ext cx="64008" cy="804672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2788920" y="28620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account context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788920" y="32735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→ Sales Org = 1000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28432" y="2944368"/>
            <a:ext cx="3474720" cy="548640"/>
          </a:xfrm>
          <a:prstGeom prst="rect">
            <a:avLst>
              <a:gd name="adj" fmla="val 8333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65008" y="2944368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→ Sales Org = 1000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721608"/>
            <a:ext cx="502920" cy="8046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72160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2960" y="3721608"/>
            <a:ext cx="18288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3721608"/>
            <a:ext cx="1792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→ Permit.io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70048" y="3721608"/>
            <a:ext cx="5303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70048" y="3721608"/>
            <a:ext cx="64008" cy="8046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2788920" y="376732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Ryan view products?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788920" y="41788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evaluates: Role=Buyer → ALLOW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28432" y="3849624"/>
            <a:ext cx="3474720" cy="548640"/>
          </a:xfrm>
          <a:prstGeom prst="rect">
            <a:avLst>
              <a:gd name="adj" fmla="val 8333"/>
            </a:avLst>
          </a:prstGeom>
          <a:solidFill>
            <a:srgbClr val="F5E6E6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5008" y="384962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ALLOW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20040" y="4626864"/>
            <a:ext cx="502920" cy="8046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62686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2960" y="4626864"/>
            <a:ext cx="18288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4626864"/>
            <a:ext cx="1792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→ Product DB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670048" y="4626864"/>
            <a:ext cx="5303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70048" y="4626864"/>
            <a:ext cx="64008" cy="8046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2" name="Text 50"/>
          <p:cNvSpPr/>
          <p:nvPr/>
        </p:nvSpPr>
        <p:spPr>
          <a:xfrm>
            <a:off x="2788920" y="467258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filtered query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788920" y="50840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SALES_ORG = '1000'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28432" y="4754880"/>
            <a:ext cx="3474720" cy="548640"/>
          </a:xfrm>
          <a:prstGeom prst="rect">
            <a:avLst>
              <a:gd name="adj" fmla="val 8333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65008" y="4754880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SALES_ORG = '1000'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5532120"/>
            <a:ext cx="50292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55321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2960" y="5532120"/>
            <a:ext cx="18288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1248" y="5532120"/>
            <a:ext cx="1792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670048" y="5532120"/>
            <a:ext cx="5303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70048" y="5532120"/>
            <a:ext cx="64008" cy="8046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2" name="Text 60"/>
          <p:cNvSpPr/>
          <p:nvPr/>
        </p:nvSpPr>
        <p:spPr>
          <a:xfrm>
            <a:off x="2788920" y="5577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authorized products only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2788920" y="5989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product catalog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028432" y="5660136"/>
            <a:ext cx="3474720" cy="548640"/>
          </a:xfrm>
          <a:prstGeom prst="rect">
            <a:avLst>
              <a:gd name="adj" fmla="val 8333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65008" y="5660136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product catalog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2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54864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– Permit as Authorization + Business Context Store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 approach: Permit as a retrieval layer for filtering attributes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920240" cy="7315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960120"/>
            <a:ext cx="393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24912" y="960120"/>
            <a:ext cx="1920240" cy="7315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960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Permit.io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9432" y="960120"/>
            <a:ext cx="393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92624" y="960120"/>
            <a:ext cx="1920240" cy="7315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960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67144" y="960120"/>
            <a:ext cx="393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60336" y="960120"/>
            <a:ext cx="1920240" cy="73152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0336" y="960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34856" y="960120"/>
            <a:ext cx="393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8048" y="960120"/>
            <a:ext cx="1920240" cy="7315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8048" y="960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1920240"/>
            <a:ext cx="5303520" cy="2743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STORES BUSINESS CONTEXT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194560"/>
            <a:ext cx="5303520" cy="21945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286000"/>
            <a:ext cx="4937760" cy="20116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"accounts":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"accountId": "TESLA",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"salesOrg": "1000"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"accountId": "SIEMENS",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"salesOrg": "2000"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1920240"/>
            <a:ext cx="251460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920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2194560"/>
            <a:ext cx="2514600" cy="21945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2677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Simpler API flow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0" y="26517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 lookup call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30358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Easier data filtering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34198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 filtering from Permit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38039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developer experience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823960" y="1920240"/>
            <a:ext cx="2697480" cy="2743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823960" y="1920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823960" y="2194560"/>
            <a:ext cx="2697480" cy="219456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2267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Data exists in two places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915400" y="2651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Synchronization required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915400" y="3035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Data ownership confusion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915400" y="34198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Potential stale data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915400" y="38039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Operational overhead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526280"/>
            <a:ext cx="112014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4526280"/>
            <a:ext cx="1120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RISK EXAMPLE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800600"/>
            <a:ext cx="11201400" cy="914400"/>
          </a:xfrm>
          <a:prstGeom prst="rect">
            <a:avLst/>
          </a:prstGeom>
          <a:solidFill>
            <a:srgbClr val="F5E6E6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892040"/>
            <a:ext cx="1920240" cy="6583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920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Sales Org changes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 →  1500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331720" y="489204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651760" y="4892040"/>
            <a:ext cx="1920240" cy="65836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0" y="48920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must be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26280" y="489204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846320" y="4892040"/>
            <a:ext cx="192024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8920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must also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updated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720840" y="489204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040880" y="4892040"/>
            <a:ext cx="1920240" cy="6583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48920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sync fails: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returned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915400" y="489204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235440" y="4892040"/>
            <a:ext cx="1920240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35440" y="48920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products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user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" y="5833872"/>
            <a:ext cx="1120140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" y="5833872"/>
            <a:ext cx="91440" cy="457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502920" y="583387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architecture is viable, but it means Permit.io becomes a secondary synchronized repository for business metadata in addition to being an authorization platform.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2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54864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Comparison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vs Option 2 vs Hybrid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01752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6060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ENGINE ONLY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606040" cy="457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BIZ CONTEXT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686800" y="1005840"/>
            <a:ext cx="2834640" cy="4572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1005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508760"/>
            <a:ext cx="30175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50876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Permit.io Responsibility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1508760"/>
            <a:ext cx="2606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5087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Only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606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5087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Business Context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86800" y="1508760"/>
            <a:ext cx="2834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150876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Metadata Cache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1956816"/>
            <a:ext cx="301752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195681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Ownership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1956816"/>
            <a:ext cx="26060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195681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/ MDM (Single Source)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956816"/>
            <a:ext cx="26060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95681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+ Permit (Dual Source)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0" y="1956816"/>
            <a:ext cx="28346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195681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Primary, Permit Cache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404872"/>
            <a:ext cx="30175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40487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Duplication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2404872"/>
            <a:ext cx="2606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40487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2404872"/>
            <a:ext cx="2606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240487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686800" y="2404872"/>
            <a:ext cx="2834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32520" y="240487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Low-Medium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2852928"/>
            <a:ext cx="301752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2852928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Required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83280" y="2852928"/>
            <a:ext cx="26060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285292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2852928"/>
            <a:ext cx="26060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285292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86800" y="2852928"/>
            <a:ext cx="28346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32520" y="28529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(Managed)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3300984"/>
            <a:ext cx="30175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0098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Risk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383280" y="3300984"/>
            <a:ext cx="2606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29000" y="330098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35040" y="3300984"/>
            <a:ext cx="2606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330098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686800" y="3300984"/>
            <a:ext cx="2834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32520" y="330098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(if TTL managed)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3749040"/>
            <a:ext cx="301752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374904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(Millions of Accounts)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383280" y="3749040"/>
            <a:ext cx="26060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29000" y="374904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35040" y="3749040"/>
            <a:ext cx="26060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80760" y="374904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686800" y="3749040"/>
            <a:ext cx="28346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732520" y="374904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" y="4197096"/>
            <a:ext cx="30175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419709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Overhead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383280" y="4197096"/>
            <a:ext cx="2606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29000" y="419709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35040" y="4197096"/>
            <a:ext cx="2606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80760" y="419709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686800" y="4197096"/>
            <a:ext cx="2834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32520" y="419709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0040" y="4645152"/>
            <a:ext cx="301752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464515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383280" y="4645152"/>
            <a:ext cx="26060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29000" y="464515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035040" y="4645152"/>
            <a:ext cx="26060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80760" y="464515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686800" y="4645152"/>
            <a:ext cx="2834640" cy="420624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732520" y="464515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0040" y="5093208"/>
            <a:ext cx="30175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5093208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Maintainability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383280" y="5093208"/>
            <a:ext cx="2606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29000" y="509320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035040" y="5093208"/>
            <a:ext cx="2606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80760" y="509320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Low-Medium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686800" y="5093208"/>
            <a:ext cx="2834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732520" y="509320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0040" y="5541264"/>
            <a:ext cx="3017520" cy="420624"/>
          </a:xfrm>
          <a:prstGeom prst="rect">
            <a:avLst/>
          </a:prstGeom>
          <a:solidFill>
            <a:srgbClr val="F5E6E6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1480" y="554126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Enterprise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383280" y="5541264"/>
            <a:ext cx="2606040" cy="420624"/>
          </a:xfrm>
          <a:prstGeom prst="rect">
            <a:avLst/>
          </a:prstGeom>
          <a:solidFill>
            <a:srgbClr val="F5E6E6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29000" y="554126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Yes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035040" y="5541264"/>
            <a:ext cx="2606040" cy="420624"/>
          </a:xfrm>
          <a:prstGeom prst="rect">
            <a:avLst/>
          </a:prstGeom>
          <a:solidFill>
            <a:srgbClr val="F5E6E6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80760" y="554126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686800" y="5541264"/>
            <a:ext cx="2834640" cy="420624"/>
          </a:xfrm>
          <a:prstGeom prst="rect">
            <a:avLst/>
          </a:prstGeom>
          <a:solidFill>
            <a:srgbClr val="F5E6E6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732520" y="554126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2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54864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Operational Considerations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Enterprise-scale factors that influence architectural choice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06040" cy="1188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60604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0058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54680" y="16002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Across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960120"/>
            <a:ext cx="2606040" cy="118872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0058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989320" y="16002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Attribute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823960" y="960120"/>
            <a:ext cx="2606040" cy="1188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10058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823960" y="16002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286000"/>
            <a:ext cx="539496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28600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GOVERNANCE QUESTIONS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578608"/>
            <a:ext cx="539496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624328"/>
            <a:ext cx="53035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24328"/>
            <a:ext cx="64008" cy="4297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6517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frequently do account attributes change?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5303520" cy="429768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108960"/>
            <a:ext cx="64008" cy="4297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13639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How frequently do user-account relationships change?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593592"/>
            <a:ext cx="53035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593592"/>
            <a:ext cx="64008" cy="4297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62102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acceptable lag for Permit synchronization?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078224"/>
            <a:ext cx="5303520" cy="429768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078224"/>
            <a:ext cx="64008" cy="4297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10565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happens if synchronization fails?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562856"/>
            <a:ext cx="53035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562856"/>
            <a:ext cx="64008" cy="4297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59028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Which system is considered authoritative when conflicts exist?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5047488"/>
            <a:ext cx="5303520" cy="429768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5047488"/>
            <a:ext cx="64008" cy="4297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50749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Who owns the synchronization pipeline and its SLA?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2286000"/>
            <a:ext cx="5486400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0" y="22860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RISK BY OPTION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35040" y="2578608"/>
            <a:ext cx="548640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0760" y="2633472"/>
            <a:ext cx="1645920" cy="320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26334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772400" y="2633472"/>
            <a:ext cx="1371600" cy="320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26334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NEEDED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189720" y="2633472"/>
            <a:ext cx="1417320" cy="320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89720" y="26334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RISK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652760" y="2633472"/>
            <a:ext cx="804672" cy="320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52760" y="2633472"/>
            <a:ext cx="804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OVERHEAD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080760" y="2999232"/>
            <a:ext cx="16459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299923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(Recommended)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772400" y="2999232"/>
            <a:ext cx="13716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0688" y="2999232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Required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189720" y="2999232"/>
            <a:ext cx="14173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08008" y="2999232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Risk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652760" y="2999232"/>
            <a:ext cx="804672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671048" y="2999232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80760" y="3639312"/>
            <a:ext cx="1645920" cy="548640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363931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Biz Context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772400" y="3639312"/>
            <a:ext cx="1371600" cy="548640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90688" y="3639312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189720" y="3639312"/>
            <a:ext cx="1417320" cy="548640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08008" y="3639312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 Risk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652760" y="3639312"/>
            <a:ext cx="804672" cy="548640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671048" y="3639312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80760" y="4279392"/>
            <a:ext cx="16459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26480" y="427939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772400" y="4279392"/>
            <a:ext cx="13716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90688" y="4279392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(with TTL)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189720" y="4279392"/>
            <a:ext cx="14173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208008" y="4279392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Low-Medium Risk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0652760" y="4279392"/>
            <a:ext cx="804672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671048" y="4279392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0040" y="5897880"/>
            <a:ext cx="112014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5" name="Shape 73"/>
          <p:cNvSpPr/>
          <p:nvPr/>
        </p:nvSpPr>
        <p:spPr>
          <a:xfrm>
            <a:off x="320040" y="5897880"/>
            <a:ext cx="91440" cy="457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6" name="Text 74"/>
          <p:cNvSpPr/>
          <p:nvPr/>
        </p:nvSpPr>
        <p:spPr>
          <a:xfrm>
            <a:off x="50292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Honeywell scale, the synchronization and governance cost of storing business data in Permit grows significantly with account volume and change frequency.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2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54864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architecture for Honeywell B2B Commerce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539496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/ MDM OWNS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52728"/>
            <a:ext cx="53949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98448"/>
            <a:ext cx="53035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98448"/>
            <a:ext cx="64008" cy="31089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3350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5303520" cy="310896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45920"/>
            <a:ext cx="64008" cy="31089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" y="168249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Organizations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93392"/>
            <a:ext cx="53035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993392"/>
            <a:ext cx="64008" cy="31089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20299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Entitlements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40864"/>
            <a:ext cx="5303520" cy="310896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40864"/>
            <a:ext cx="64008" cy="31089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" y="23774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88336"/>
            <a:ext cx="53035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88336"/>
            <a:ext cx="64008" cy="31089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27249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Hierarchies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035808"/>
            <a:ext cx="5303520" cy="310896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035808"/>
            <a:ext cx="64008" cy="31089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" y="307238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User-Account Relationships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657600"/>
            <a:ext cx="5394960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65760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PERMIT.IO OWNS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950208"/>
            <a:ext cx="5394960" cy="16916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995928"/>
            <a:ext cx="53035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995928"/>
            <a:ext cx="64008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" y="40325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Role Assignments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389120"/>
            <a:ext cx="5303520" cy="347472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389120"/>
            <a:ext cx="64008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" y="44256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782312"/>
            <a:ext cx="53035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782312"/>
            <a:ext cx="64008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" y="48188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Policies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5175504"/>
            <a:ext cx="5303520" cy="347472"/>
          </a:xfrm>
          <a:prstGeom prst="rect">
            <a:avLst/>
          </a:prstGeom>
          <a:solidFill>
            <a:srgbClr val="F5F5F5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5175504"/>
            <a:ext cx="64008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" y="5212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Decisions (ALLOW / DENY)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960120"/>
            <a:ext cx="5486400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9601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RUNTIME FLOW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1252728"/>
            <a:ext cx="5486400" cy="45720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1371600"/>
            <a:ext cx="384048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65392" y="1371600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selects Tesla account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09360" y="1773936"/>
            <a:ext cx="0" cy="292608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26480" y="2084832"/>
            <a:ext cx="384048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65392" y="208483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 from Oracle/MDM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565392" y="232257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→ Sales Org = 1000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09360" y="2487168"/>
            <a:ext cx="0" cy="292608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26480" y="2798064"/>
            <a:ext cx="384048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565392" y="2798064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Permit.io: Can Ryan view products?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565392" y="303580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evaluates policy: Buyer can view products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309360" y="3200400"/>
            <a:ext cx="0" cy="292608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26480" y="3511296"/>
            <a:ext cx="384048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3511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65392" y="3511296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returns ALLOW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309360" y="3913632"/>
            <a:ext cx="0" cy="292608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26480" y="4224528"/>
            <a:ext cx="384048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0" y="4224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65392" y="42245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product query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565392" y="446227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SALES_ORG = '1000'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309360" y="4626864"/>
            <a:ext cx="0" cy="292608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26480" y="4937760"/>
            <a:ext cx="384048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2648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565392" y="4937760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Tesla products only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565392" y="5175504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Filtered, authorized result set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20040" y="5833872"/>
            <a:ext cx="11201400" cy="457200"/>
          </a:xfrm>
          <a:prstGeom prst="rect">
            <a:avLst/>
          </a:prstGeom>
          <a:solidFill>
            <a:srgbClr val="F5E6E6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" y="5833872"/>
            <a:ext cx="91440" cy="457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4" name="Text 72"/>
          <p:cNvSpPr/>
          <p:nvPr/>
        </p:nvSpPr>
        <p:spPr>
          <a:xfrm>
            <a:off x="502920" y="583387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This architecture aligns with enterprise best practices, keeps ownership boundaries clear, and scales effectively as Honeywell's customer base grows.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2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54864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Points &amp; Open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to resolve before finalizing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120140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11201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98448"/>
            <a:ext cx="73152" cy="3657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31673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system is designated as the authoritative source for Account-to-Sales Org mappings?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11201400" cy="365760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64208"/>
            <a:ext cx="73152" cy="3657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68249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Is Oracle / SAP / MDM available as an API for runtime context retrieval?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29968"/>
            <a:ext cx="11201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029968"/>
            <a:ext cx="73152" cy="3657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04825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the latency profile of retrieving account context from the authoritative system?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68880"/>
            <a:ext cx="11201400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4688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(IF OPTION 2 OR 3)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761488"/>
            <a:ext cx="11201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761488"/>
            <a:ext cx="73152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77977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triggers a sync from Oracle to Permit?  Real-time event?  Scheduled batch?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127248"/>
            <a:ext cx="11201400" cy="365760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127248"/>
            <a:ext cx="73152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14553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is the acceptable synchronization lag?  Seconds?  Minutes?  Hours?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493008"/>
            <a:ext cx="11201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493008"/>
            <a:ext cx="73152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51129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Who is responsible for the synchronization pipeline and its SLA?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58768"/>
            <a:ext cx="11201400" cy="365760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858768"/>
            <a:ext cx="73152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387705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is the failure handling strategy when sync fails?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297680"/>
            <a:ext cx="11201400" cy="29260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2976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ALIGNMENT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590288"/>
            <a:ext cx="11201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590288"/>
            <a:ext cx="73152" cy="36576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460857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Does Honeywell's enterprise architecture standards support dual-storage of business metadata?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956048"/>
            <a:ext cx="11201400" cy="365760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956048"/>
            <a:ext cx="73152" cy="36576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" y="497433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Is there an existing pattern for this type of context retrieval in other Honeywell platforms?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5321808"/>
            <a:ext cx="11201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321808"/>
            <a:ext cx="73152" cy="36576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" y="534009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How does this decision align with the long-term MDM / data governance strategy?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5870448"/>
            <a:ext cx="1120140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5870448"/>
            <a:ext cx="91440" cy="457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58704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decision is not whether Permit can do it.  The key decision is whether Honeywell wants Permit to become a secondary repository for business metadata.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2026-06-18T07:15:26Z</dcterms:created>
  <dcterms:modified xsi:type="dcterms:W3CDTF">2026-06-18T07:15:26Z</dcterms:modified>
</cp:coreProperties>
</file>